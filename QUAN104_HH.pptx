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180C8-398D-49A4-9B5C-C96287EC1637}" v="10" dt="2026-09-20T01:16:09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arthick13072007@outlook.com" userId="815259c519c8129a" providerId="LiveId" clId="{C0373873-5947-4C8F-A844-4C2D3B622A35}"/>
    <pc:docChg chg="undo custSel addSld delSld modSld">
      <pc:chgData name="skarthick13072007@outlook.com" userId="815259c519c8129a" providerId="LiveId" clId="{C0373873-5947-4C8F-A844-4C2D3B622A35}" dt="2026-09-20T03:37:51.316" v="182" actId="2890"/>
      <pc:docMkLst>
        <pc:docMk/>
      </pc:docMkLst>
      <pc:sldChg chg="addSp modSp mod">
        <pc:chgData name="skarthick13072007@outlook.com" userId="815259c519c8129a" providerId="LiveId" clId="{C0373873-5947-4C8F-A844-4C2D3B622A35}" dt="2026-09-20T01:16:10.929" v="180" actId="20577"/>
        <pc:sldMkLst>
          <pc:docMk/>
          <pc:sldMk cId="541188911" sldId="257"/>
        </pc:sldMkLst>
        <pc:spChg chg="mod">
          <ac:chgData name="skarthick13072007@outlook.com" userId="815259c519c8129a" providerId="LiveId" clId="{C0373873-5947-4C8F-A844-4C2D3B622A35}" dt="2026-09-20T01:16:10.929" v="180" actId="20577"/>
          <ac:spMkLst>
            <pc:docMk/>
            <pc:sldMk cId="541188911" sldId="257"/>
            <ac:spMk id="11" creationId="{C0099325-7FFD-C504-9264-DA1E461AC387}"/>
          </ac:spMkLst>
        </pc:spChg>
        <pc:spChg chg="add mod">
          <ac:chgData name="skarthick13072007@outlook.com" userId="815259c519c8129a" providerId="LiveId" clId="{C0373873-5947-4C8F-A844-4C2D3B622A35}" dt="2026-09-20T01:12:33.831" v="176" actId="20577"/>
          <ac:spMkLst>
            <pc:docMk/>
            <pc:sldMk cId="541188911" sldId="257"/>
            <ac:spMk id="15" creationId="{1EEEA330-B381-B152-5793-E3EF539C5DA4}"/>
          </ac:spMkLst>
        </pc:spChg>
        <pc:picChg chg="mod">
          <ac:chgData name="skarthick13072007@outlook.com" userId="815259c519c8129a" providerId="LiveId" clId="{C0373873-5947-4C8F-A844-4C2D3B622A35}" dt="2026-09-19T17:32:46.020" v="2" actId="1076"/>
          <ac:picMkLst>
            <pc:docMk/>
            <pc:sldMk cId="541188911" sldId="257"/>
            <ac:picMk id="7" creationId="{90C98C4C-19EE-6B1D-0D33-98ACAB6CEB5D}"/>
          </ac:picMkLst>
        </pc:picChg>
      </pc:sldChg>
      <pc:sldChg chg="addSp modSp mod">
        <pc:chgData name="skarthick13072007@outlook.com" userId="815259c519c8129a" providerId="LiveId" clId="{C0373873-5947-4C8F-A844-4C2D3B622A35}" dt="2026-09-19T17:36:30.396" v="80" actId="1076"/>
        <pc:sldMkLst>
          <pc:docMk/>
          <pc:sldMk cId="987823208" sldId="261"/>
        </pc:sldMkLst>
        <pc:spChg chg="add mod">
          <ac:chgData name="skarthick13072007@outlook.com" userId="815259c519c8129a" providerId="LiveId" clId="{C0373873-5947-4C8F-A844-4C2D3B622A35}" dt="2026-09-19T17:35:02.759" v="64" actId="1076"/>
          <ac:spMkLst>
            <pc:docMk/>
            <pc:sldMk cId="987823208" sldId="261"/>
            <ac:spMk id="3" creationId="{37D0DAAC-6402-9248-7EAD-5F506C8B4CE9}"/>
          </ac:spMkLst>
        </pc:spChg>
        <pc:spChg chg="add mod">
          <ac:chgData name="skarthick13072007@outlook.com" userId="815259c519c8129a" providerId="LiveId" clId="{C0373873-5947-4C8F-A844-4C2D3B622A35}" dt="2026-09-19T17:36:28.357" v="79" actId="1076"/>
          <ac:spMkLst>
            <pc:docMk/>
            <pc:sldMk cId="987823208" sldId="261"/>
            <ac:spMk id="7" creationId="{17B31A42-8DA6-FD59-F690-00D539435F48}"/>
          </ac:spMkLst>
        </pc:spChg>
        <pc:picChg chg="add mod">
          <ac:chgData name="skarthick13072007@outlook.com" userId="815259c519c8129a" providerId="LiveId" clId="{C0373873-5947-4C8F-A844-4C2D3B622A35}" dt="2026-09-19T17:36:30.396" v="80" actId="1076"/>
          <ac:picMkLst>
            <pc:docMk/>
            <pc:sldMk cId="987823208" sldId="261"/>
            <ac:picMk id="2" creationId="{ECEA9D4C-06EA-C80D-023C-B2E366518EB3}"/>
          </ac:picMkLst>
        </pc:picChg>
        <pc:picChg chg="add mod">
          <ac:chgData name="skarthick13072007@outlook.com" userId="815259c519c8129a" providerId="LiveId" clId="{C0373873-5947-4C8F-A844-4C2D3B622A35}" dt="2026-09-19T17:35:53.012" v="74" actId="1076"/>
          <ac:picMkLst>
            <pc:docMk/>
            <pc:sldMk cId="987823208" sldId="261"/>
            <ac:picMk id="5" creationId="{A731B6A2-6266-3C2D-6961-5A2EF2F91A16}"/>
          </ac:picMkLst>
        </pc:picChg>
      </pc:sldChg>
      <pc:sldChg chg="addSp delSp modSp mod">
        <pc:chgData name="skarthick13072007@outlook.com" userId="815259c519c8129a" providerId="LiveId" clId="{C0373873-5947-4C8F-A844-4C2D3B622A35}" dt="2026-09-19T18:41:02.311" v="173" actId="1076"/>
        <pc:sldMkLst>
          <pc:docMk/>
          <pc:sldMk cId="1922856370" sldId="262"/>
        </pc:sldMkLst>
        <pc:spChg chg="del mod">
          <ac:chgData name="skarthick13072007@outlook.com" userId="815259c519c8129a" providerId="LiveId" clId="{C0373873-5947-4C8F-A844-4C2D3B622A35}" dt="2026-09-19T18:36:43.266" v="84" actId="478"/>
          <ac:spMkLst>
            <pc:docMk/>
            <pc:sldMk cId="1922856370" sldId="262"/>
            <ac:spMk id="3" creationId="{50567DCF-CB16-591D-ABA5-DE51654C458C}"/>
          </ac:spMkLst>
        </pc:spChg>
        <pc:spChg chg="add del mod">
          <ac:chgData name="skarthick13072007@outlook.com" userId="815259c519c8129a" providerId="LiveId" clId="{C0373873-5947-4C8F-A844-4C2D3B622A35}" dt="2026-09-19T18:37:07.334" v="98"/>
          <ac:spMkLst>
            <pc:docMk/>
            <pc:sldMk cId="1922856370" sldId="262"/>
            <ac:spMk id="7" creationId="{E8262777-96CA-C88D-7B85-E70A9AAFC65B}"/>
          </ac:spMkLst>
        </pc:spChg>
        <pc:spChg chg="add mod">
          <ac:chgData name="skarthick13072007@outlook.com" userId="815259c519c8129a" providerId="LiveId" clId="{C0373873-5947-4C8F-A844-4C2D3B622A35}" dt="2026-09-19T18:41:02.311" v="173" actId="1076"/>
          <ac:spMkLst>
            <pc:docMk/>
            <pc:sldMk cId="1922856370" sldId="262"/>
            <ac:spMk id="12" creationId="{6120B733-C111-3E66-FBDA-F05CD3AB9AA7}"/>
          </ac:spMkLst>
        </pc:spChg>
        <pc:picChg chg="del">
          <ac:chgData name="skarthick13072007@outlook.com" userId="815259c519c8129a" providerId="LiveId" clId="{C0373873-5947-4C8F-A844-4C2D3B622A35}" dt="2026-09-19T18:36:42.454" v="82" actId="478"/>
          <ac:picMkLst>
            <pc:docMk/>
            <pc:sldMk cId="1922856370" sldId="262"/>
            <ac:picMk id="4" creationId="{008C2847-8E6D-F1AC-D084-5010A160426B}"/>
          </ac:picMkLst>
        </pc:picChg>
        <pc:picChg chg="add mod modCrop">
          <ac:chgData name="skarthick13072007@outlook.com" userId="815259c519c8129a" providerId="LiveId" clId="{C0373873-5947-4C8F-A844-4C2D3B622A35}" dt="2026-09-19T18:39:08.234" v="104" actId="14100"/>
          <ac:picMkLst>
            <pc:docMk/>
            <pc:sldMk cId="1922856370" sldId="262"/>
            <ac:picMk id="6" creationId="{DE90B67E-C9DF-0051-9A81-17EE1F24C880}"/>
          </ac:picMkLst>
        </pc:picChg>
        <pc:picChg chg="add mod">
          <ac:chgData name="skarthick13072007@outlook.com" userId="815259c519c8129a" providerId="LiveId" clId="{C0373873-5947-4C8F-A844-4C2D3B622A35}" dt="2026-09-19T18:39:15.553" v="109" actId="1076"/>
          <ac:picMkLst>
            <pc:docMk/>
            <pc:sldMk cId="1922856370" sldId="262"/>
            <ac:picMk id="9" creationId="{A5653BC8-C2F7-DC8B-C5FE-4B51037B9316}"/>
          </ac:picMkLst>
        </pc:picChg>
        <pc:picChg chg="add mod">
          <ac:chgData name="skarthick13072007@outlook.com" userId="815259c519c8129a" providerId="LiveId" clId="{C0373873-5947-4C8F-A844-4C2D3B622A35}" dt="2026-09-19T18:39:49.241" v="117" actId="14100"/>
          <ac:picMkLst>
            <pc:docMk/>
            <pc:sldMk cId="1922856370" sldId="262"/>
            <ac:picMk id="11" creationId="{FBF588E0-9C09-AFAD-9CF6-A762CD2B2D56}"/>
          </ac:picMkLst>
        </pc:picChg>
      </pc:sldChg>
      <pc:sldChg chg="add">
        <pc:chgData name="skarthick13072007@outlook.com" userId="815259c519c8129a" providerId="LiveId" clId="{C0373873-5947-4C8F-A844-4C2D3B622A35}" dt="2026-09-19T18:36:40.015" v="81" actId="2890"/>
        <pc:sldMkLst>
          <pc:docMk/>
          <pc:sldMk cId="2828201534" sldId="263"/>
        </pc:sldMkLst>
      </pc:sldChg>
      <pc:sldChg chg="add del">
        <pc:chgData name="skarthick13072007@outlook.com" userId="815259c519c8129a" providerId="LiveId" clId="{C0373873-5947-4C8F-A844-4C2D3B622A35}" dt="2026-09-20T03:37:51.316" v="182" actId="2890"/>
        <pc:sldMkLst>
          <pc:docMk/>
          <pc:sldMk cId="2830249483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CC5D-1028-C393-37B7-EFC7C1316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B94FB-1EC5-C175-0A5C-A4FA85F5C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E35C2-EC10-64EE-537B-242B7D25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CD0CA-35AF-0DCF-52D2-3C1937FAE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B1A2-DDF1-CC65-DDA9-257B1D60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94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9ADC-6AEB-F35E-0BA1-D842C4B05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C419-D11D-575A-B0A5-83591006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60551-A5FC-3088-10BD-42394EE5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DB21-6393-1669-E2A1-8730EF59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8D21D-DF77-1F63-2CA1-C28D8746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89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D759-6F57-529B-5AA5-2C2D4128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DB1FB-D047-A1E0-D648-D7D65E7A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B6804-31AA-18DF-8F78-E72509F1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08608-C6D9-FEF7-E161-5CA8BA8B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21E1-EBA5-A267-8866-F59BACC4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62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C5F1-EF23-8A03-B027-CEE11000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77069-6DC2-EA06-C9FB-A5A2F7AE0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65C66-32D7-DC42-53E2-5C028B545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5E7C8-91D7-8809-4FEF-D4DFD115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984E3-D2DF-0D0F-28A5-DC44C23C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85790-1A2F-FE84-14B8-B6208003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84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DC757-7E87-017B-A8EF-BB7AC181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43D7E-E7D1-315B-FE6E-984532A1B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03836-5540-D973-FE65-56626DD37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917D4E-4A3E-53DE-CCB5-ACBB57E54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C0E1A-4E5A-CEC1-A7B1-66AB58A28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28E25-8454-7D9F-A93F-CD7C6549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4254A-FE51-D1B0-9F50-BE0F53E5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14C05-F2C3-2468-3710-C6D9C5B3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58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9CD9-560D-CFB0-8480-B316750E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B8EEB-28CC-800D-A76E-D529CDC0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7D128-A8A5-1184-0E17-71C38826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FA5CA-2C64-7816-CA2D-8A6E751E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6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1E38-2C2F-2190-29D1-5A29DB4A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18DF52-F57B-55A3-B218-C98D4A1D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94D1B-F005-2863-1E7D-F01E4777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7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4289-FD51-6470-0124-7F6EF445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AA130-5BE0-19F9-5C0F-FBB2E6AB9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AE70A-32F2-1F3F-122B-7E2EA7FBD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01FE4-FCCA-B168-6200-B2D3C046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263AE-821D-0EAA-BD88-8169525B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FB483-9290-7EE7-8815-608B2273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60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EF96-DFD0-6A0F-4EA4-F5748588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A9A2F-03E6-935A-0143-3B4735E8C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11EAC-8178-925F-4B25-F4C786130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EC184-2729-2ECF-416F-23C90FC4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A5884-E783-216F-C577-0A15C6B5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B0430-439B-B36B-D5A4-30B997B3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9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B546-A3C7-3E8D-7FF4-BF3625D8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C522A-B6AB-CECA-808F-BB2AA30E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15978-BACF-933B-9BAB-632B74C2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075B-ECD0-EC2F-FA9B-451AC95F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5D4B-76FA-95EB-7F5E-01913D08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15F8C-A55F-3D0C-876E-CFFC053D5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C0021-B0CE-475D-8A20-AA31EBB6F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BDEAE-7220-17FF-36A2-09A836ECD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F1B04-18B0-6719-9A88-9E5596F1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D8B8F-4C2B-4669-983A-F6373F7F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26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F8E2A-A0DC-31BD-D1D8-198A5C5B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1F174-E2C8-54A2-3BF2-851BE34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3A257-E118-A5BB-03F6-05679E8B6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EE47C-2114-4D9B-B470-974A6C29447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87A8E-2D3C-064B-D835-E7965B092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15BC8-6CCE-F10A-6F6E-3CE4DA61C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F1C0C-E0E1-449A-94A0-4682DB2EB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1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mgf64hjg-8502.inc1.devtunnels.ms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mgf64hjg-8502.inc1.devtunnels.ms/?page=hospital_map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hyperlink" Target="https://www.tinkercad.com/things/avdV1QiEt6N-quantum-traffic-brain-team-idquan104?sharecode=FS0DLPCgv9yiYIXxlqNLesDsihH7RtUN1n0kKCt6kTU" TargetMode="Externa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CodeName-R4M/hack-qua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C1EA442-EA86-0C82-035D-897508E1C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ADFA32B-1CDC-388E-AB3E-68B31F4EC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6219982"/>
            <a:ext cx="3865851" cy="5548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8A9437D-FD49-6DAF-8027-BE21A8DD9905}"/>
              </a:ext>
            </a:extLst>
          </p:cNvPr>
          <p:cNvSpPr txBox="1"/>
          <p:nvPr/>
        </p:nvSpPr>
        <p:spPr>
          <a:xfrm>
            <a:off x="2407744" y="647901"/>
            <a:ext cx="78235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000" b="1" i="1" dirty="0">
                <a:solidFill>
                  <a:srgbClr val="002060"/>
                </a:solidFill>
              </a:rPr>
              <a:t>QUANTUM</a:t>
            </a:r>
            <a:r>
              <a:rPr lang="en-IN" sz="5000" b="1" i="1" dirty="0"/>
              <a:t> TRAFFIC </a:t>
            </a:r>
            <a:r>
              <a:rPr lang="en-IN" sz="5000" b="1" i="1" dirty="0">
                <a:solidFill>
                  <a:srgbClr val="002060"/>
                </a:solidFill>
              </a:rPr>
              <a:t>BRAIN</a:t>
            </a:r>
          </a:p>
        </p:txBody>
      </p:sp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927BE3C2-6A6A-C2BC-31CC-AD69FAA7B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9909C42-0708-941A-7CCE-42A72550A797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7454BB-06D2-08D6-4471-0149B35C6945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026904-04A0-AC3D-50D7-9B3733DE327B}"/>
              </a:ext>
            </a:extLst>
          </p:cNvPr>
          <p:cNvSpPr txBox="1"/>
          <p:nvPr/>
        </p:nvSpPr>
        <p:spPr>
          <a:xfrm>
            <a:off x="1180211" y="244663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dirty="0">
                <a:solidFill>
                  <a:srgbClr val="002060"/>
                </a:solidFill>
              </a:rPr>
              <a:t>Team Lead</a:t>
            </a:r>
            <a:br>
              <a:rPr lang="en-IN" sz="2400" dirty="0"/>
            </a:br>
            <a:r>
              <a:rPr lang="en-IN" sz="2400" dirty="0"/>
              <a:t> </a:t>
            </a:r>
            <a:r>
              <a:rPr lang="en-IN" sz="2400" b="1" dirty="0"/>
              <a:t>Karthick</a:t>
            </a:r>
          </a:p>
          <a:p>
            <a:pPr>
              <a:buNone/>
            </a:pPr>
            <a:endParaRPr lang="en-IN" sz="2400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IN" sz="2400" b="1" i="1" dirty="0">
                <a:solidFill>
                  <a:schemeClr val="accent2"/>
                </a:solidFill>
              </a:rPr>
              <a:t>Team Members</a:t>
            </a:r>
            <a:br>
              <a:rPr lang="en-IN" sz="2400" dirty="0"/>
            </a:br>
            <a:r>
              <a:rPr lang="en-IN" sz="2400" b="1" dirty="0"/>
              <a:t>Sriram</a:t>
            </a:r>
            <a:br>
              <a:rPr lang="en-IN" sz="2400" dirty="0"/>
            </a:br>
            <a:r>
              <a:rPr lang="en-IN" sz="2400" b="1" dirty="0"/>
              <a:t>Shan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>
                <a:solidFill>
                  <a:srgbClr val="00B050"/>
                </a:solidFill>
              </a:rPr>
              <a:t>From : </a:t>
            </a:r>
            <a:r>
              <a:rPr lang="en-IN" sz="2400" b="1" dirty="0"/>
              <a:t>Chennai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877AAE9-ED7A-5B51-04DA-12D3B8A20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934" y="2139753"/>
            <a:ext cx="5174855" cy="34501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2985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D862-CEB4-30C8-30A1-99148C3E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440C3C4-B228-99CE-884E-9A36880A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560E85-C2B7-AD29-F559-5BC0FAE35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6219982"/>
            <a:ext cx="3865851" cy="5548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81A584E-78CF-8194-FC34-7708235FD918}"/>
              </a:ext>
            </a:extLst>
          </p:cNvPr>
          <p:cNvSpPr txBox="1"/>
          <p:nvPr/>
        </p:nvSpPr>
        <p:spPr>
          <a:xfrm>
            <a:off x="2823912" y="681518"/>
            <a:ext cx="7282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rgbClr val="002060"/>
                </a:solidFill>
              </a:rPr>
              <a:t>----------------------------------------------------------------------------------</a:t>
            </a:r>
          </a:p>
        </p:txBody>
      </p:sp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77B34B10-A909-2C07-812D-2C9148F18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02719E5-9B5B-7D9B-A866-09AB864DAE3E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6E43B5-9E97-F78D-A0B2-3544E8C439FA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F6A5C-7A4C-8604-C80F-11E509B07B3C}"/>
              </a:ext>
            </a:extLst>
          </p:cNvPr>
          <p:cNvSpPr txBox="1"/>
          <p:nvPr/>
        </p:nvSpPr>
        <p:spPr>
          <a:xfrm>
            <a:off x="3845255" y="327575"/>
            <a:ext cx="4602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Problem </a:t>
            </a:r>
            <a:r>
              <a:rPr lang="en-IN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2FFB4D-17F8-DB32-E75D-EB7AD35A5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02" y="1435571"/>
            <a:ext cx="3360556" cy="4299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0DA731-2F01-262E-7CFF-5946CAFFC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194" y="1314401"/>
            <a:ext cx="3713400" cy="4420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F926E2-DD19-13AF-FF5A-F29988137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0231" y="1500989"/>
            <a:ext cx="4059688" cy="42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3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E9D1-79EF-1428-5127-B02E66F7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482237A-16F2-527B-FC50-F57EAD37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7917C1-AC01-8F41-A688-15EC0C9BF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520" y="6209040"/>
            <a:ext cx="3942081" cy="56583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F1EE6D4-1E55-3E3D-A9D0-4CD5C1F6D6D6}"/>
              </a:ext>
            </a:extLst>
          </p:cNvPr>
          <p:cNvSpPr txBox="1"/>
          <p:nvPr/>
        </p:nvSpPr>
        <p:spPr>
          <a:xfrm>
            <a:off x="2681956" y="575566"/>
            <a:ext cx="7282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chemeClr val="accent2">
                    <a:lumMod val="50000"/>
                  </a:schemeClr>
                </a:solidFill>
              </a:rPr>
              <a:t>----------------------------------------------------------------------------------</a:t>
            </a:r>
          </a:p>
        </p:txBody>
      </p:sp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D501B343-2C61-C261-C575-BB84C89BB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8A07E7A-76E7-EB02-D238-3BB03EA93344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63A482-F780-192A-2F80-967B3EC2A2CC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F389C-5096-6BDD-8541-A7ACB142E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16" y="1784892"/>
            <a:ext cx="4564991" cy="36772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98C4C-19EE-6B1D-0D33-98ACAB6CEB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8873" y="1811753"/>
            <a:ext cx="5941766" cy="36764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099325-7FFD-C504-9264-DA1E461AC387}"/>
              </a:ext>
            </a:extLst>
          </p:cNvPr>
          <p:cNvSpPr txBox="1"/>
          <p:nvPr/>
        </p:nvSpPr>
        <p:spPr>
          <a:xfrm>
            <a:off x="4846319" y="1290807"/>
            <a:ext cx="6746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7"/>
              </a:rPr>
              <a:t>Quantum Traffic Brain</a:t>
            </a:r>
            <a:r>
              <a:rPr lang="en-IN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4B93FF-3ED0-A1FA-D108-68B889F5942A}"/>
              </a:ext>
            </a:extLst>
          </p:cNvPr>
          <p:cNvSpPr txBox="1"/>
          <p:nvPr/>
        </p:nvSpPr>
        <p:spPr>
          <a:xfrm>
            <a:off x="2681956" y="406289"/>
            <a:ext cx="7640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solidFill>
                  <a:srgbClr val="002060"/>
                </a:solidFill>
              </a:rPr>
              <a:t>From a real-world traffic problem to a real-world engineered product.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EA330-B381-B152-5793-E3EF539C5DA4}"/>
              </a:ext>
            </a:extLst>
          </p:cNvPr>
          <p:cNvSpPr txBox="1"/>
          <p:nvPr/>
        </p:nvSpPr>
        <p:spPr>
          <a:xfrm>
            <a:off x="467360" y="5690307"/>
            <a:ext cx="775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8"/>
              </a:rPr>
              <a:t>https://mgf64hjg-8502.inc1.devtunnels.ms/</a:t>
            </a:r>
            <a:r>
              <a:rPr lang="en-IN" dirty="0"/>
              <a:t>   : </a:t>
            </a:r>
            <a:r>
              <a:rPr lang="en-IN" b="1" dirty="0"/>
              <a:t>LIVE PRODUCT LINK</a:t>
            </a:r>
          </a:p>
        </p:txBody>
      </p:sp>
    </p:spTree>
    <p:extLst>
      <p:ext uri="{BB962C8B-B14F-4D97-AF65-F5344CB8AC3E}">
        <p14:creationId xmlns:p14="http://schemas.microsoft.com/office/powerpoint/2010/main" val="54118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7698-02D7-FA90-022E-EF0AA23E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1DC1B7D-F867-9023-FFDF-04396EEE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B5FC9D-E9AB-3A90-42AD-590D4ABF3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6219982"/>
            <a:ext cx="3865851" cy="5548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3538C55-F3B4-ECE0-6B0A-0DE64BAFCDF2}"/>
              </a:ext>
            </a:extLst>
          </p:cNvPr>
          <p:cNvSpPr txBox="1"/>
          <p:nvPr/>
        </p:nvSpPr>
        <p:spPr>
          <a:xfrm>
            <a:off x="2823912" y="681518"/>
            <a:ext cx="7282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rgbClr val="002060"/>
                </a:solidFill>
              </a:rPr>
              <a:t>----------------------------------------------------------------------------------</a:t>
            </a:r>
          </a:p>
        </p:txBody>
      </p:sp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EAB41C2D-3275-5B06-51B0-B14E70D39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AB28100-C856-4EDD-E279-856C9CBEA246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70A6FE-D87B-D83A-FC40-25F0A4E8AC60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25701-F9DB-FE35-9D6E-82ED98E85655}"/>
              </a:ext>
            </a:extLst>
          </p:cNvPr>
          <p:cNvSpPr txBox="1"/>
          <p:nvPr/>
        </p:nvSpPr>
        <p:spPr>
          <a:xfrm>
            <a:off x="2377440" y="1081628"/>
            <a:ext cx="8696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https://www.tinkercad.com/things/avdV1QiEt6N-quantum-traffic-brain-team-idquan104?sharecode=FS0DLPCgv9yiYIXxlqNLesDsihH7RtUN1n0kKCt6kTU</a:t>
            </a: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E500F-96BA-665C-D8F1-875FB7591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1727959"/>
            <a:ext cx="7559039" cy="4395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D1C77F-24A2-42BF-D412-A6C715DE0DDB}"/>
              </a:ext>
            </a:extLst>
          </p:cNvPr>
          <p:cNvSpPr txBox="1"/>
          <p:nvPr/>
        </p:nvSpPr>
        <p:spPr>
          <a:xfrm>
            <a:off x="3926854" y="408154"/>
            <a:ext cx="382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SOFTWARE + SIMULATION PROOF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D8E0C-D048-D12A-5BC6-EF6BCF5C27D0}"/>
              </a:ext>
            </a:extLst>
          </p:cNvPr>
          <p:cNvSpPr txBox="1"/>
          <p:nvPr/>
        </p:nvSpPr>
        <p:spPr>
          <a:xfrm rot="20203701">
            <a:off x="164859" y="28791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WE DIDN'T JUST DESIGN IT — WE TESTED IT</a:t>
            </a:r>
          </a:p>
        </p:txBody>
      </p:sp>
    </p:spTree>
    <p:extLst>
      <p:ext uri="{BB962C8B-B14F-4D97-AF65-F5344CB8AC3E}">
        <p14:creationId xmlns:p14="http://schemas.microsoft.com/office/powerpoint/2010/main" val="2473636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150D5-8AE1-2E26-BA0C-576D5FE1C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6745B91-2061-03CD-2433-9F4959122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AE3E1B-7034-38E2-C7BA-77ECED43E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6219982"/>
            <a:ext cx="3865851" cy="5548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9282BDD-E08D-1911-DCC6-1BC1F8E3CDF1}"/>
              </a:ext>
            </a:extLst>
          </p:cNvPr>
          <p:cNvSpPr txBox="1"/>
          <p:nvPr/>
        </p:nvSpPr>
        <p:spPr>
          <a:xfrm>
            <a:off x="2823912" y="681518"/>
            <a:ext cx="7282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rgbClr val="002060"/>
                </a:solidFill>
              </a:rPr>
              <a:t>----------------------------------------------------------------------------------</a:t>
            </a:r>
          </a:p>
        </p:txBody>
      </p:sp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F0A9B52C-68CA-966C-1DB5-72DC419C3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08B370F-50D3-B0DD-1CAD-BD00129F95A4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72A4A-C017-7B6E-C3B2-BE23C84D38D5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F0707-D217-296A-AA32-2661E2B11F85}"/>
              </a:ext>
            </a:extLst>
          </p:cNvPr>
          <p:cNvSpPr txBox="1"/>
          <p:nvPr/>
        </p:nvSpPr>
        <p:spPr>
          <a:xfrm>
            <a:off x="3931920" y="496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FROM CIRCUIT → CUSTOM PCB →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1E445-B470-DDF1-AD11-2030D4E39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1" y="1266294"/>
            <a:ext cx="5894649" cy="3649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9B556D-295B-DE5A-FEB0-0228B1223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080" y="1266294"/>
            <a:ext cx="5384800" cy="3649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402269-12FC-DDA9-8B34-A12DBB899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419" y="4812714"/>
            <a:ext cx="2278552" cy="1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E99F9-426F-7FD6-6BEA-A93FC54B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9A5F26C-ECC6-A1AF-959E-99B8BB9A93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FCE98B-30EE-6C70-79D9-CA0E8CA0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6219982"/>
            <a:ext cx="3865851" cy="5548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0EFE3BC-1375-0ABD-D630-1E37852371F0}"/>
              </a:ext>
            </a:extLst>
          </p:cNvPr>
          <p:cNvSpPr txBox="1"/>
          <p:nvPr/>
        </p:nvSpPr>
        <p:spPr>
          <a:xfrm>
            <a:off x="2823912" y="681518"/>
            <a:ext cx="7282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rgbClr val="002060"/>
                </a:solidFill>
              </a:rPr>
              <a:t>----------------------------------------------------------------------------------</a:t>
            </a:r>
          </a:p>
        </p:txBody>
      </p:sp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9D338C01-3DF7-6F4B-A754-63AA84949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448CA74-0997-162D-FAF2-6B3A0974CE23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7B3E2-BB32-2B2D-1665-84BCB98875FA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EA9D4C-06EA-C80D-023C-B2E366518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207174"/>
            <a:ext cx="3794339" cy="27190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D0DAAC-6402-9248-7EAD-5F506C8B4CE9}"/>
              </a:ext>
            </a:extLst>
          </p:cNvPr>
          <p:cNvSpPr txBox="1"/>
          <p:nvPr/>
        </p:nvSpPr>
        <p:spPr>
          <a:xfrm>
            <a:off x="4206240" y="404519"/>
            <a:ext cx="4734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i="1" dirty="0"/>
              <a:t>GIT HUB REPO LINK </a:t>
            </a:r>
            <a:endParaRPr lang="en-IN" sz="30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1B6A2-6266-3C2D-6961-5A2EF2F91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03" y="1358627"/>
            <a:ext cx="4402846" cy="4513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B31A42-8DA6-FD59-F690-00D539435F48}"/>
              </a:ext>
            </a:extLst>
          </p:cNvPr>
          <p:cNvSpPr txBox="1"/>
          <p:nvPr/>
        </p:nvSpPr>
        <p:spPr>
          <a:xfrm>
            <a:off x="5217190" y="23655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7"/>
              </a:rPr>
              <a:t>https://github.com/CodeName-R4M/hack-quant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782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D8F2-FC1D-6961-A80A-5854E3E8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24D6050-8273-810A-8EF1-D8D5E0096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811736E-EFD5-AF17-222C-947DBD829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6219982"/>
            <a:ext cx="3865851" cy="554896"/>
          </a:xfrm>
          <a:prstGeom prst="rect">
            <a:avLst/>
          </a:prstGeom>
        </p:spPr>
      </p:pic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8B5743C1-F9FA-3517-AFA2-62C2CC0BC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70327A0-4CD6-A2F7-611B-F6B5DB62A498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294C5C-5DEF-59E7-7C60-F9DBED75D7DA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90B67E-C9DF-0051-9A81-17EE1F24C8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260" r="13738"/>
          <a:stretch>
            <a:fillRect/>
          </a:stretch>
        </p:blipFill>
        <p:spPr>
          <a:xfrm>
            <a:off x="7494733" y="1513840"/>
            <a:ext cx="3915986" cy="3938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653BC8-C2F7-DC8B-C5FE-4B51037B9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780" y="1513840"/>
            <a:ext cx="4073868" cy="39432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F588E0-9C09-AFAD-9CF6-A762CD2B2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40" y="1513839"/>
            <a:ext cx="2659855" cy="39380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20B733-C111-3E66-FBDA-F05CD3AB9AA7}"/>
              </a:ext>
            </a:extLst>
          </p:cNvPr>
          <p:cNvSpPr txBox="1"/>
          <p:nvPr/>
        </p:nvSpPr>
        <p:spPr>
          <a:xfrm>
            <a:off x="2214880" y="298777"/>
            <a:ext cx="883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Hardware model design using esp8266 (</a:t>
            </a:r>
            <a:r>
              <a:rPr lang="en-US" sz="3000" b="1" dirty="0" err="1"/>
              <a:t>iot</a:t>
            </a:r>
            <a:r>
              <a:rPr lang="en-US" sz="3000" b="1" dirty="0"/>
              <a:t> board)</a:t>
            </a:r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val="192285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FB15-9291-7364-3588-00B16031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EB5E719-7A50-C325-46B3-DF153341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5" t="35959" r="20228" b="30082"/>
          <a:stretch>
            <a:fillRect/>
          </a:stretch>
        </p:blipFill>
        <p:spPr>
          <a:xfrm>
            <a:off x="152399" y="282159"/>
            <a:ext cx="1960881" cy="8028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309C5E-DBBC-F859-4C6D-0DAE74BEC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6219982"/>
            <a:ext cx="3865851" cy="554896"/>
          </a:xfrm>
          <a:prstGeom prst="rect">
            <a:avLst/>
          </a:prstGeom>
        </p:spPr>
      </p:pic>
      <p:pic>
        <p:nvPicPr>
          <p:cNvPr id="30" name="Graphic 29" descr="Lightbulb and gear with solid fill">
            <a:extLst>
              <a:ext uri="{FF2B5EF4-FFF2-40B4-BE49-F238E27FC236}">
                <a16:creationId xmlns:a16="http://schemas.microsoft.com/office/drawing/2014/main" id="{85DF4AE0-0593-EAE8-2370-EE4257D3F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1520" y="164399"/>
            <a:ext cx="1038399" cy="10383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081C815-BE28-D30C-C66C-D14AE4FEE09B}"/>
              </a:ext>
            </a:extLst>
          </p:cNvPr>
          <p:cNvSpPr txBox="1"/>
          <p:nvPr/>
        </p:nvSpPr>
        <p:spPr>
          <a:xfrm>
            <a:off x="4875551" y="6497431"/>
            <a:ext cx="19227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Quantum Traffic Brain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6835C1-A3A7-B374-EA8B-65EA759AD565}"/>
              </a:ext>
            </a:extLst>
          </p:cNvPr>
          <p:cNvSpPr txBox="1"/>
          <p:nvPr/>
        </p:nvSpPr>
        <p:spPr>
          <a:xfrm>
            <a:off x="152399" y="6497430"/>
            <a:ext cx="159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Team QUAN104 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910D4-76F8-D627-1524-965027BA9379}"/>
              </a:ext>
            </a:extLst>
          </p:cNvPr>
          <p:cNvSpPr txBox="1"/>
          <p:nvPr/>
        </p:nvSpPr>
        <p:spPr>
          <a:xfrm>
            <a:off x="839477" y="3699330"/>
            <a:ext cx="119176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“Thank you for this opportunity to innovate, learn, and turn an idea into a working product.”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QUANTUM TRAFFIC BRAIN</a:t>
            </a:r>
          </a:p>
          <a:p>
            <a:pPr>
              <a:buNone/>
            </a:pPr>
            <a:br>
              <a:rPr lang="en-IN" dirty="0"/>
            </a:br>
            <a:r>
              <a:rPr lang="en-IN" i="1" dirty="0"/>
              <a:t>From Problem → Prototype → Product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Team QUAN104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B937B-FA96-6BD2-01AE-22F2A4D3E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638" y="599441"/>
            <a:ext cx="3388591" cy="294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01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183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skarthick13072007@outlook.com</dc:creator>
  <cp:lastModifiedBy>skarthick13072007@outlook.com</cp:lastModifiedBy>
  <cp:revision>1</cp:revision>
  <dcterms:created xsi:type="dcterms:W3CDTF">2026-09-19T16:39:22Z</dcterms:created>
  <dcterms:modified xsi:type="dcterms:W3CDTF">2026-09-20T03:38:02Z</dcterms:modified>
</cp:coreProperties>
</file>